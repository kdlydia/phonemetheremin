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7"/>
  </p:notesMasterIdLst>
  <p:handoutMasterIdLst>
    <p:handoutMasterId r:id="rId8"/>
  </p:handoutMasterIdLst>
  <p:sldIdLst>
    <p:sldId id="261" r:id="rId5"/>
    <p:sldId id="262" r:id="rId6"/>
  </p:sldIdLst>
  <p:sldSz cx="9144000" cy="6858000" type="screen4x3"/>
  <p:notesSz cx="6858000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01E848A-9E8E-184F-A5C4-646CF5A5DB8D}">
          <p14:sldIdLst>
            <p14:sldId id="261"/>
            <p14:sldId id="262"/>
          </p14:sldIdLst>
        </p14:section>
        <p14:section name="Untitled Section" id="{7CE4128C-0F00-FB42-A0D6-4125D5C42A3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0F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7335"/>
    <p:restoredTop sz="96327"/>
  </p:normalViewPr>
  <p:slideViewPr>
    <p:cSldViewPr snapToGrid="0">
      <p:cViewPr varScale="1">
        <p:scale>
          <a:sx n="118" d="100"/>
          <a:sy n="118" d="100"/>
        </p:scale>
        <p:origin x="1088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DAA86-7746-4F30-92AC-934DE379EBD2}" type="datetimeFigureOut">
              <a:rPr lang="de-DE" smtClean="0"/>
              <a:t>13.06.26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9428584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EEA561-8E6B-4550-B34E-8CEC70AD64F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91781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CDE9E-5B71-49D8-B705-46B1B9DD7832}" type="datetimeFigureOut">
              <a:rPr lang="de-DE" smtClean="0"/>
              <a:t>13.06.26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715153"/>
            <a:ext cx="548640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DB73A-BE5B-4707-8C18-C57681DD7EA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023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me des F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9">
            <a:extLst>
              <a:ext uri="{FF2B5EF4-FFF2-40B4-BE49-F238E27FC236}">
                <a16:creationId xmlns:a16="http://schemas.microsoft.com/office/drawing/2014/main" id="{9827ADE6-9BBF-574C-A083-F6DAD9EF287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825" y="1196752"/>
            <a:ext cx="8893175" cy="5661248"/>
          </a:xfrm>
        </p:spPr>
        <p:txBody>
          <a:bodyPr/>
          <a:lstStyle>
            <a:lvl1pPr marL="360000" indent="-360000">
              <a:buFont typeface="Wingdings" pitchFamily="2" charset="2"/>
              <a:buChar char="§"/>
              <a:defRPr baseline="0">
                <a:latin typeface="Arial Narrow" panose="020B0604020202020204" pitchFamily="34" charset="0"/>
              </a:defRPr>
            </a:lvl1pPr>
            <a:lvl2pPr marL="360000" indent="-360000" defTabSz="360000">
              <a:defRPr sz="2000" baseline="0">
                <a:latin typeface="Arial Narrow" panose="020B0604020202020204" pitchFamily="34" charset="0"/>
              </a:defRPr>
            </a:lvl2pPr>
            <a:lvl3pPr marL="360000" indent="-360000" defTabSz="360000">
              <a:defRPr sz="1800" b="0" i="1" baseline="0">
                <a:solidFill>
                  <a:srgbClr val="0070C0"/>
                </a:solidFill>
                <a:latin typeface="Arial Narrow" panose="020B0604020202020204" pitchFamily="34" charset="0"/>
              </a:defRPr>
            </a:lvl3pPr>
            <a:lvl4pPr marL="360000" indent="-360000" defTabSz="360000">
              <a:buFontTx/>
              <a:buNone/>
              <a:defRPr sz="1800" baseline="0">
                <a:latin typeface="Arial Narrow" panose="020B0604020202020204" pitchFamily="34" charset="0"/>
              </a:defRPr>
            </a:lvl4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	</a:t>
            </a:r>
            <a:r>
              <a:rPr lang="de-DE"/>
              <a:t>Vierte Ebene</a:t>
            </a:r>
            <a:endParaRPr lang="de-D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F6F7CE0D-D226-524B-9B92-0DC7D8DE6B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520" y="116633"/>
            <a:ext cx="7920880" cy="810828"/>
          </a:xfrm>
        </p:spPr>
        <p:txBody>
          <a:bodyPr/>
          <a:lstStyle>
            <a:lvl1pPr>
              <a:defRPr sz="3200" baseline="0">
                <a:latin typeface="Arial Narrow" panose="020B0604020202020204" pitchFamily="34" charset="0"/>
              </a:defRPr>
            </a:lvl1pPr>
          </a:lstStyle>
          <a:p>
            <a:r>
              <a:rPr lang="de-DE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154385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79512" y="172651"/>
            <a:ext cx="7128793" cy="8080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Titelmasterformat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79513" y="1052736"/>
            <a:ext cx="8712968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0" y="6448251"/>
            <a:ext cx="11067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defRPr>
            </a:lvl1pPr>
          </a:lstStyle>
          <a:p>
            <a:r>
              <a:rPr lang="en-US">
                <a:solidFill>
                  <a:prstClr val="white"/>
                </a:solidFill>
              </a:rPr>
              <a:t>Agenda 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277388" y="6448251"/>
            <a:ext cx="70045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defRPr>
            </a:lvl1pPr>
          </a:lstStyle>
          <a:p>
            <a:r>
              <a:rPr lang="fr-FR" dirty="0" err="1">
                <a:solidFill>
                  <a:prstClr val="white"/>
                </a:solidFill>
              </a:rPr>
              <a:t>T</a:t>
            </a:r>
            <a:r>
              <a:rPr lang="fr-FR" dirty="0">
                <a:solidFill>
                  <a:prstClr val="white"/>
                </a:solidFill>
              </a:rPr>
              <a:t> IV: Perspectives, Commitments &amp; </a:t>
            </a:r>
            <a:r>
              <a:rPr lang="fr-FR" dirty="0" err="1">
                <a:solidFill>
                  <a:prstClr val="white"/>
                </a:solidFill>
              </a:rPr>
              <a:t>Discourse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450156" y="6448251"/>
            <a:ext cx="6938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</a:defRPr>
            </a:lvl1pPr>
          </a:lstStyle>
          <a:p>
            <a:fld id="{CDA25C35-AE9C-407D-AF48-4E527D4F28A3}" type="slidenum">
              <a:rPr lang="de-DE" smtClean="0">
                <a:solidFill>
                  <a:prstClr val="white"/>
                </a:solidFill>
              </a:rPr>
              <a:pPr/>
              <a:t>‹#›</a:t>
            </a:fld>
            <a:endParaRPr lang="de-DE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031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3600" b="0" i="0" kern="1200">
          <a:solidFill>
            <a:srgbClr val="9B0F3C"/>
          </a:solidFill>
          <a:latin typeface="Arial Narrow" panose="020B0604020202020204" pitchFamily="34" charset="0"/>
          <a:ea typeface="+mj-ea"/>
          <a:cs typeface="Arial Narrow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B31B34"/>
        </a:buClr>
        <a:buSzPct val="120000"/>
        <a:buFont typeface="Lucida Sans Unicode" pitchFamily="34" charset="0"/>
        <a:buChar char="•"/>
        <a:defRPr sz="2400" b="0" i="0" kern="1200">
          <a:solidFill>
            <a:schemeClr val="tx1"/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B31B34"/>
        </a:buClr>
        <a:buSzPct val="120000"/>
        <a:buFont typeface="Symbol" pitchFamily="2" charset="2"/>
        <a:buChar char="-"/>
        <a:defRPr sz="2200" kern="1200">
          <a:solidFill>
            <a:schemeClr val="tx1"/>
          </a:solidFill>
          <a:latin typeface="Lucida Sans Unicode" pitchFamily="34" charset="0"/>
          <a:ea typeface="+mn-ea"/>
          <a:cs typeface="Lucida Sans Unicode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B31B34"/>
        </a:buClr>
        <a:buSzPct val="120000"/>
        <a:buFont typeface="Lucida Sans Unicode" pitchFamily="34" charset="0"/>
        <a:buChar char="•"/>
        <a:defRPr sz="2000" kern="1200">
          <a:solidFill>
            <a:schemeClr val="tx1"/>
          </a:solidFill>
          <a:latin typeface="Lucida Sans Unicode" pitchFamily="34" charset="0"/>
          <a:ea typeface="+mn-ea"/>
          <a:cs typeface="Lucida Sans Unicode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B31B34"/>
        </a:buClr>
        <a:buSzPct val="120000"/>
        <a:buFont typeface="Lucida Sans Unicode" pitchFamily="34" charset="0"/>
        <a:buChar char="•"/>
        <a:defRPr sz="2000" kern="1200">
          <a:solidFill>
            <a:schemeClr val="tx1"/>
          </a:solidFill>
          <a:latin typeface="Lucida Sans Unicode" pitchFamily="34" charset="0"/>
          <a:ea typeface="+mn-ea"/>
          <a:cs typeface="Lucida Sans Unicode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B31B34"/>
        </a:buClr>
        <a:buSzPct val="120000"/>
        <a:buFont typeface="Lucida Sans Unicode" pitchFamily="34" charset="0"/>
        <a:buChar char="•"/>
        <a:defRPr sz="2000" kern="1200">
          <a:solidFill>
            <a:schemeClr val="tx1"/>
          </a:solidFill>
          <a:latin typeface="Lucida Sans Unicode" pitchFamily="34" charset="0"/>
          <a:ea typeface="+mn-ea"/>
          <a:cs typeface="Lucida Sans Unicode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0" y="1703555"/>
            <a:ext cx="9144000" cy="4725525"/>
          </a:xfrm>
        </p:spPr>
        <p:txBody>
          <a:bodyPr/>
          <a:lstStyle/>
          <a:p>
            <a:pPr algn="ctr"/>
            <a:br>
              <a:rPr lang="en-GB" noProof="0" dirty="0"/>
            </a:br>
            <a:br>
              <a:rPr lang="en-GB" noProof="0" dirty="0"/>
            </a:br>
            <a:br>
              <a:rPr lang="en-GB" sz="4000" dirty="0"/>
            </a:br>
            <a:r>
              <a:rPr lang="en-GB" sz="2800" b="1" dirty="0"/>
              <a:t>Title</a:t>
            </a:r>
            <a:br>
              <a:rPr lang="en-GB" sz="2800" b="1" dirty="0"/>
            </a:br>
            <a:br>
              <a:rPr lang="en-GB" dirty="0">
                <a:solidFill>
                  <a:schemeClr val="tx1"/>
                </a:solidFill>
              </a:rPr>
            </a:br>
            <a:r>
              <a:rPr lang="en-GB" sz="2400" dirty="0">
                <a:solidFill>
                  <a:schemeClr val="tx1"/>
                </a:solidFill>
              </a:rPr>
              <a:t>Manfred Krifka</a:t>
            </a:r>
            <a:br>
              <a:rPr lang="en-GB" sz="2400" dirty="0">
                <a:solidFill>
                  <a:schemeClr val="tx1"/>
                </a:solidFill>
              </a:rPr>
            </a:br>
            <a:r>
              <a:rPr lang="en-GB" sz="2400" dirty="0">
                <a:solidFill>
                  <a:schemeClr val="tx1"/>
                </a:solidFill>
              </a:rPr>
              <a:t>Leibniz-Zentrum Allgemeine Sprachwissenschaft (ZAS) Berlin</a:t>
            </a:r>
            <a:br>
              <a:rPr lang="en-GB" sz="2400" dirty="0">
                <a:solidFill>
                  <a:schemeClr val="tx1"/>
                </a:solidFill>
              </a:rPr>
            </a:br>
            <a:br>
              <a:rPr lang="en-GB" sz="2400" dirty="0">
                <a:solidFill>
                  <a:schemeClr val="tx1"/>
                </a:solidFill>
              </a:rPr>
            </a:br>
            <a:r>
              <a:rPr lang="en-GB" sz="2400" dirty="0">
                <a:solidFill>
                  <a:schemeClr val="tx1"/>
                </a:solidFill>
              </a:rPr>
              <a:t>Workshop:</a:t>
            </a:r>
            <a:br>
              <a:rPr lang="en-GB" sz="2400" dirty="0">
                <a:solidFill>
                  <a:schemeClr val="tx1"/>
                </a:solidFill>
              </a:rPr>
            </a:br>
            <a:br>
              <a:rPr lang="en-GB" sz="2400" b="1" dirty="0">
                <a:solidFill>
                  <a:schemeClr val="tx1"/>
                </a:solidFill>
              </a:rPr>
            </a:br>
            <a:br>
              <a:rPr lang="en-GB" sz="3200" noProof="0" dirty="0"/>
            </a:br>
            <a:br>
              <a:rPr lang="en-GB" sz="3200" noProof="0" dirty="0"/>
            </a:br>
            <a:endParaRPr lang="en-GB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965" y="194166"/>
            <a:ext cx="1631217" cy="129311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F236E0-7DC1-1B43-B1CC-8BC9CA06CE63}"/>
              </a:ext>
            </a:extLst>
          </p:cNvPr>
          <p:cNvSpPr/>
          <p:nvPr/>
        </p:nvSpPr>
        <p:spPr>
          <a:xfrm>
            <a:off x="1868555" y="332377"/>
            <a:ext cx="5234609" cy="978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9B0F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Leibniz-Zentrum</a:t>
            </a:r>
            <a:br>
              <a:rPr lang="en-US" sz="2400" b="1" dirty="0">
                <a:solidFill>
                  <a:srgbClr val="9B0F3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rgbClr val="9B0F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Allgemeine Sprachwissenschaft</a:t>
            </a:r>
            <a:endParaRPr lang="en-US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0416AA-D334-9D42-B8F3-1212856B2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21" y="273385"/>
            <a:ext cx="1182073" cy="11548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6F447FD-420B-5B7E-06CB-C9E2FC7AFE10}"/>
              </a:ext>
            </a:extLst>
          </p:cNvPr>
          <p:cNvSpPr/>
          <p:nvPr/>
        </p:nvSpPr>
        <p:spPr>
          <a:xfrm>
            <a:off x="358219" y="5778631"/>
            <a:ext cx="4534292" cy="6504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315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45406A-ADD7-4471-CC01-F70C5EDD3DA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07E337-3E4A-6E6E-1046-CC4964BA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616457"/>
      </p:ext>
    </p:extLst>
  </p:cSld>
  <p:clrMapOvr>
    <a:masterClrMapping/>
  </p:clrMapOvr>
</p:sld>
</file>

<file path=ppt/theme/theme1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rifka Modarresi Leipzig.pptx" id="{5DA4640A-C910-8C4A-9CE8-58D529C25444}" vid="{653790B7-78C9-D744-8896-A67AD824FC1A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e51af0f-507e-4ad2-b003-4918dfc5308a">
      <UserInfo>
        <DisplayName>FB4.ANAPIN Members</DisplayName>
        <AccountId>7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E51000E7B01344B7013178825F4FCF" ma:contentTypeVersion="4" ma:contentTypeDescription="Create a new document." ma:contentTypeScope="" ma:versionID="7a8148dd88bc6d7b6c98ec02ed6ec65d">
  <xsd:schema xmlns:xsd="http://www.w3.org/2001/XMLSchema" xmlns:xs="http://www.w3.org/2001/XMLSchema" xmlns:p="http://schemas.microsoft.com/office/2006/metadata/properties" xmlns:ns2="b241fb16-8f8f-436a-8dd7-f1a3307be0cc" xmlns:ns3="ae51af0f-507e-4ad2-b003-4918dfc5308a" targetNamespace="http://schemas.microsoft.com/office/2006/metadata/properties" ma:root="true" ma:fieldsID="3240b237d3ddf1c87d85b6217ffd56bd" ns2:_="" ns3:_="">
    <xsd:import namespace="b241fb16-8f8f-436a-8dd7-f1a3307be0cc"/>
    <xsd:import namespace="ae51af0f-507e-4ad2-b003-4918dfc530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41fb16-8f8f-436a-8dd7-f1a3307be0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51af0f-507e-4ad2-b003-4918dfc5308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81257D-0B80-404B-8444-908A1700DAE0}">
  <ds:schemaRefs>
    <ds:schemaRef ds:uri="http://schemas.microsoft.com/office/infopath/2007/PartnerControls"/>
    <ds:schemaRef ds:uri="http://purl.org/dc/terms/"/>
    <ds:schemaRef ds:uri="ae51af0f-507e-4ad2-b003-4918dfc5308a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b241fb16-8f8f-436a-8dd7-f1a3307be0cc"/>
  </ds:schemaRefs>
</ds:datastoreItem>
</file>

<file path=customXml/itemProps2.xml><?xml version="1.0" encoding="utf-8"?>
<ds:datastoreItem xmlns:ds="http://schemas.openxmlformats.org/officeDocument/2006/customXml" ds:itemID="{B29C1156-1EB9-4BA7-857E-DD8E33F48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E453D4-BB3B-4812-A413-41C3481085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41fb16-8f8f-436a-8dd7-f1a3307be0cc"/>
    <ds:schemaRef ds:uri="ae51af0f-507e-4ad2-b003-4918dfc530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1_Larissa</Template>
  <TotalTime>2</TotalTime>
  <Words>28</Words>
  <Application>Microsoft Macintosh PowerPoint</Application>
  <PresentationFormat>On-screen Show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Narrow</vt:lpstr>
      <vt:lpstr>Calibri</vt:lpstr>
      <vt:lpstr>Lucida Sans Unicode</vt:lpstr>
      <vt:lpstr>Symbol</vt:lpstr>
      <vt:lpstr>Wingdings</vt:lpstr>
      <vt:lpstr>1_Larissa</vt:lpstr>
      <vt:lpstr>   Title  Manfred Krifka Leibniz-Zentrum Allgemeine Sprachwissenschaft (ZAS) Berlin  Workshop: 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Manfred Krifka</dc:creator>
  <cp:lastModifiedBy>Manfred Krifka</cp:lastModifiedBy>
  <cp:revision>1</cp:revision>
  <cp:lastPrinted>2023-11-06T12:43:24Z</cp:lastPrinted>
  <dcterms:created xsi:type="dcterms:W3CDTF">2026-06-13T21:21:20Z</dcterms:created>
  <dcterms:modified xsi:type="dcterms:W3CDTF">2026-06-13T21:24:11Z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0x01010014E51000E7B01344B7013178825F4FCF</vt:lpwstr>
  </property>
  <property fmtid="{D5CDD505-2E9C-101B-9397-08002B2CF9AE}" pid="3" name="AuthorIds_UIVersion_3072">
    <vt:lpwstr>13,6</vt:lpwstr>
  </property>
  <property fmtid="{D5CDD505-2E9C-101B-9397-08002B2CF9AE}" pid="4" name="AuthorIds_UIVersion_3584">
    <vt:lpwstr>6</vt:lpwstr>
  </property>
</Properties>
</file>